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care-priority.streamlit.app" TargetMode="External"/><Relationship Id="rId2" Type="http://schemas.openxmlformats.org/officeDocument/2006/relationships/hyperlink" Target="https://github.com/rachel-wenhui-ma/care-priority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443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AI-Enabled Care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Prioritization System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E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 care gap detection for Island Health, BC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2286000" cy="0"/>
          </a:xfrm>
          <a:prstGeom prst="line">
            <a:avLst/>
          </a:prstGeom>
          <a:noFill/>
          <a:ln w="38100">
            <a:solidFill>
              <a:srgbClr val="E844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931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Rachel Ma  &amp;  Joel Li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343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8B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 Healthcare AI Hackathon  ·  March 2026  ·  Track 2: Population Health &amp; Health Equity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73152" cy="1463040"/>
          </a:xfrm>
          <a:prstGeom prst="rect">
            <a:avLst/>
          </a:prstGeom>
          <a:solidFill>
            <a:srgbClr val="E8443A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234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44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in 5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005840" y="1965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 residents lack a family doctor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6576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188720"/>
            <a:ext cx="73152" cy="1463040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234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7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78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029200" y="1965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 communities with vastly different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primary care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cycle through EDs without continuity of care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coordinators have no systematic way to identify who needs outreach most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tools look at clinical data OR community data — never both together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uncontrolled diabetes in a GP-shortage community is at compound risk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Solution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 patient clinical risk with community structural barriers into one actionable priority score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560320" cy="25603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45920"/>
            <a:ext cx="2560320" cy="54864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Priority Queue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3317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patient list with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Now?" reasoning: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Need, Access Barrier,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Impact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566160" y="1645920"/>
            <a:ext cx="2560320" cy="25603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66160" y="1645920"/>
            <a:ext cx="2560320" cy="54864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0" name="Text 8"/>
          <p:cNvSpPr/>
          <p:nvPr/>
        </p:nvSpPr>
        <p:spPr>
          <a:xfrm>
            <a:off x="374904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 Planner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749040" y="23317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N outreach capacity,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optimal patients,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avoided ED visits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cost savings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0" y="1645920"/>
            <a:ext cx="2560320" cy="25603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0" y="1645920"/>
            <a:ext cx="2560320" cy="54864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 Simulator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83680" y="23317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What-if: improve primary care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attachment in a community,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tier shifts and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impact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44805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Claude AI per-patient rationale  ·  Full 78-community vulnerability ranking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743200" cy="1828800"/>
          </a:xfrm>
          <a:prstGeom prst="rect">
            <a:avLst/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280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54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Track 1: Patient Data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Encounters &amp; ED visits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results (HbA1c, troponin)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Medications (polypharmacy)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 history, follow-up gaps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943600" y="1188720"/>
            <a:ext cx="2743200" cy="1828800"/>
          </a:xfrm>
          <a:prstGeom prst="rect">
            <a:avLst/>
          </a:prstGeom>
          <a:solidFill>
            <a:srgbClr val="FEF3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126480" y="1280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Track 2: Community Data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0" y="169164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without family doctor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Poverty, opioid overdose rates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CIHI elective wait times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BC communities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71600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3547A"/>
                </a:solidFill>
              </a:rPr>
              <a:t>↓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858000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7F0E"/>
                </a:solidFill>
              </a:rPr>
              <a:t>↓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2743200" cy="594360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4290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Risk Score  (0–100)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0" y="3429000"/>
            <a:ext cx="2743200" cy="594360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0" y="34290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Vuln. Score  (0–100)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00400" y="342900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B7B8D"/>
                </a:solidFill>
              </a:rPr>
              <a:t>→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394960" y="342900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B7B8D"/>
                </a:solidFill>
              </a:rPr>
              <a:t>←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3474720" y="4297680"/>
            <a:ext cx="2194560" cy="640080"/>
          </a:xfrm>
          <a:prstGeom prst="rect">
            <a:avLst/>
          </a:prstGeom>
          <a:solidFill>
            <a:srgbClr val="0B2545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474720" y="4297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Priority Score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74720" y="4617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clinical  +  40% community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114800" y="4023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B2545"/>
                </a:solidFill>
              </a:rPr>
              <a:t>↓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57200" y="9601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Area-based linkage using patient geography to assign community context (CIHI-style approach)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Scoring &amp; Tier Assignment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54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Patient Risk Score  (0–100)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38404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 ED visits (past 12 months)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5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pts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Uncontrolled chronic disease (labs)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5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pts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Polypharmacy (≥8 medications)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5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pts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against medical advice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5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pts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29718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 additional factors (follow-up gap, wait burden, language barrier). All weights auditable in config.py.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02920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Priority Tiers (percentile-based)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029200" y="1554480"/>
            <a:ext cx="3657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029200" y="1554480"/>
            <a:ext cx="73152" cy="640080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9" name="Text 6"/>
          <p:cNvSpPr/>
          <p:nvPr/>
        </p:nvSpPr>
        <p:spPr>
          <a:xfrm>
            <a:off x="5257800" y="15544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7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CRITICAL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92240" y="1554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5%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257800" y="18470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within 48h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029200" y="2331720"/>
            <a:ext cx="3657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029200" y="2331720"/>
            <a:ext cx="73152" cy="640080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4" name="Text 11"/>
          <p:cNvSpPr/>
          <p:nvPr/>
        </p:nvSpPr>
        <p:spPr>
          <a:xfrm>
            <a:off x="5257800" y="23317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7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92240" y="23317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80th–95th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257800" y="26243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in 2 weeks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0" y="3108960"/>
            <a:ext cx="3657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029200" y="3108960"/>
            <a:ext cx="73152" cy="64008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9" name="Text 16"/>
          <p:cNvSpPr/>
          <p:nvPr/>
        </p:nvSpPr>
        <p:spPr>
          <a:xfrm>
            <a:off x="5257800" y="31089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MEDIUM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92240" y="3108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50th–80th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257800" y="34015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watchlist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029200" y="3886200"/>
            <a:ext cx="3657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029200" y="3886200"/>
            <a:ext cx="73152" cy="640080"/>
          </a:xfrm>
          <a:prstGeom prst="rect">
            <a:avLst/>
          </a:prstGeom>
          <a:solidFill>
            <a:srgbClr val="2CA02C"/>
          </a:solidFill>
          <a:ln/>
        </p:spPr>
      </p:sp>
      <p:sp>
        <p:nvSpPr>
          <p:cNvPr id="24" name="Text 21"/>
          <p:cNvSpPr/>
          <p:nvPr/>
        </p:nvSpPr>
        <p:spPr>
          <a:xfrm>
            <a:off x="5257800" y="38862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A02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492240" y="38862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50%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257800" y="41788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recall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31520" y="4572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weights and thresholds are explicit in config.py — fully auditable, no black box.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 — What the System Reveals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965960" cy="16459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1965960" cy="54864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54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2,000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scored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ranked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651760" y="1188720"/>
            <a:ext cx="1965960" cy="16459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651760" y="1188720"/>
            <a:ext cx="1965960" cy="54864"/>
          </a:xfrm>
          <a:prstGeom prst="rect">
            <a:avLst/>
          </a:prstGeom>
          <a:solidFill>
            <a:srgbClr val="E844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44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349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651760" y="20574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High-priority patients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lacking GP access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46320" y="1188720"/>
            <a:ext cx="1965960" cy="16459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46320" y="1188720"/>
            <a:ext cx="1965960" cy="54864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7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170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846320" y="20574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avoidable 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 per year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40880" y="1188720"/>
            <a:ext cx="1965960" cy="16459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40880" y="1188720"/>
            <a:ext cx="1965960" cy="54864"/>
          </a:xfrm>
          <a:prstGeom prst="rect">
            <a:avLst/>
          </a:prstGeom>
          <a:solidFill>
            <a:srgbClr val="2CA02C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CA02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$85K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040880" y="20574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annual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savings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Insights from the Demo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31520" y="361188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 Planner: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Outreaching top 50 patients → est. 96 fewer ED visits/yr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Simulator: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5pp GP attachment improvement → 547 patients shift to lower-urgency tiers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Now?" module: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patient has structured reasoning — Clinical Need, Access Barrier, System Impact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46634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impact figures are scenario-based planning estimates, not validated causal outcomes.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Honest by Design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 into the system to earn trust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54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Strengths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840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Explicit, auditable scoring weights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Now?" explains every patient flag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Framed as prioritization, not prediction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CIHI area-based linkage approach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ALL Track 2 datasets (community,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times, opioid surveillance)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44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Disclosed Limitations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0" y="1828800"/>
            <a:ext cx="3840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Ecological fallacy: area stats ≠ individual truth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causal validation in this dataset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patient data (Synthea)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FSA→CHSA mapping is approximate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ED reduction is modelled assumption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2062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tool that knows what it doesn't know is more trustworthy than one that hides it."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443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31520" y="2103120"/>
            <a:ext cx="1828800" cy="0"/>
          </a:xfrm>
          <a:prstGeom prst="line">
            <a:avLst/>
          </a:prstGeom>
          <a:noFill/>
          <a:ln w="38100">
            <a:solidFill>
              <a:srgbClr val="E844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7744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8E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care-priority.streamlit.app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8E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github.com/rachel-wenhui-ma/care-priority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8B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Rachel Ma  ·  Joel Li  |  Track 2: Population Health &amp; Health Equity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AI-Enabled Care Prioritization System</dc:title>
  <dc:subject>PptxGenJS Presentation</dc:subject>
  <dc:creator>Rachel Ma &amp; Joel Li</dc:creator>
  <cp:lastModifiedBy>Rachel Ma &amp; Joel Li</cp:lastModifiedBy>
  <cp:revision>1</cp:revision>
  <dcterms:created xsi:type="dcterms:W3CDTF">2026-03-28T20:02:19Z</dcterms:created>
  <dcterms:modified xsi:type="dcterms:W3CDTF">2026-03-28T20:02:19Z</dcterms:modified>
</cp:coreProperties>
</file>