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are-priority.streamlit.app" TargetMode="External"/><Relationship Id="rId2" Type="http://schemas.openxmlformats.org/officeDocument/2006/relationships/hyperlink" Target="https://github.com/rachel-wenhui-ma/care-priority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AI-Enabled Care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Prioritization System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care gap detection for Island Health, BC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2286000" cy="0"/>
          </a:xfrm>
          <a:prstGeom prst="line">
            <a:avLst/>
          </a:prstGeom>
          <a:noFill/>
          <a:ln w="38100">
            <a:solidFill>
              <a:srgbClr val="E844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31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Rachel Ma  &amp;  Joel 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343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8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 Healthcare AI Hackathon  ·  March 2026  ·  Track 2: Population Health &amp; Health Equity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73152" cy="1463040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234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44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in 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0584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residents lack a family doctor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73152" cy="146304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234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78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02920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communities with vastly different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primary care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cycle through EDs without continuity of care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coordinators have no systematic way to identify who needs outreach most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look at clinical data OR community data — never both together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uncontrolled diabetes in a GP-shortage community is at compound risk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patient clinical risk with community structural barriers into one actionable priority score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560320" cy="25603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45920"/>
            <a:ext cx="2560320" cy="5486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Priority Queue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patient list 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Now?" reasoning: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Need, Access Barrier,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Impact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66160" y="1645920"/>
            <a:ext cx="2560320" cy="25603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66160" y="1645920"/>
            <a:ext cx="2560320" cy="5486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0" name="Text 8"/>
          <p:cNvSpPr/>
          <p:nvPr/>
        </p:nvSpPr>
        <p:spPr>
          <a:xfrm>
            <a:off x="374904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 Planner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749040" y="23317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N outreach capacity,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optimal patients,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avoided ED visits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cost savings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1645920"/>
            <a:ext cx="2560320" cy="25603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1645920"/>
            <a:ext cx="2560320" cy="54864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23317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What-if: improve primary care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attachment in a community,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tier shifts 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impact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AI-generated natural-language rationale per patient (Claude 3.5 Haiku)  ·  Full 78-community BC vulnerability ranking  ·  Opioid &amp; wait time context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80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1: Patient Data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Encounters &amp; ED visits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results (HbA1c, troponin)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Medications (polypharmacy)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history, follow-up gaps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0" y="1188720"/>
            <a:ext cx="2743200" cy="1828800"/>
          </a:xfrm>
          <a:prstGeom prst="rect">
            <a:avLst/>
          </a:prstGeom>
          <a:solidFill>
            <a:srgbClr val="FEF3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126480" y="1280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2: Community Data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0" y="1691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without family doctor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Poverty, opioid overdose rates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CIHI elective wait times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BC communities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3547A"/>
                </a:solidFill>
              </a:rPr>
              <a:t>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858000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7F0E"/>
                </a:solidFill>
              </a:rPr>
              <a:t>↓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2743200" cy="594360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4290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Risk Score  (0–100)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3429000"/>
            <a:ext cx="2743200" cy="59436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0" y="34290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Vuln. Score  (0–100)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34290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B7B8D"/>
                </a:solidFill>
              </a:rPr>
              <a:t>→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394960" y="34290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B7B8D"/>
                </a:solidFill>
              </a:rPr>
              <a:t>←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3474720" y="4297680"/>
            <a:ext cx="2194560" cy="640080"/>
          </a:xfrm>
          <a:prstGeom prst="rect">
            <a:avLst/>
          </a:prstGeom>
          <a:solidFill>
            <a:srgbClr val="0B2545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74720" y="4297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Priority Score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4617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clinical  +  40% community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B2545"/>
                </a:solidFill>
              </a:rPr>
              <a:t>↓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57200" y="9601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Linkage: Patient postal code (FSA) → BC Community Health Service Area (CHSA)  —  CIHI area-based approach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Scoring &amp; Tier Assignment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 Risk (7 components)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3840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 visit frequency (12mo)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 disease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Polypharmacy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Left-AMA history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Post-discharge follow-up 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time burden (Track 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Priority Tiers (percentile-based)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0" y="155448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029200" y="1554480"/>
            <a:ext cx="73152" cy="640080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8" name="Text 5"/>
          <p:cNvSpPr/>
          <p:nvPr/>
        </p:nvSpPr>
        <p:spPr>
          <a:xfrm>
            <a:off x="5257800" y="15544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7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92240" y="1554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5%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257800" y="18470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within 48h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0" y="233172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029200" y="2331720"/>
            <a:ext cx="73152" cy="64008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3" name="Text 10"/>
          <p:cNvSpPr/>
          <p:nvPr/>
        </p:nvSpPr>
        <p:spPr>
          <a:xfrm>
            <a:off x="5257800" y="23317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80th–95th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257800" y="2624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in 2 weeks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0" y="310896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029200" y="3108960"/>
            <a:ext cx="73152" cy="64008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8" name="Text 15"/>
          <p:cNvSpPr/>
          <p:nvPr/>
        </p:nvSpPr>
        <p:spPr>
          <a:xfrm>
            <a:off x="5257800" y="31089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MEDIUM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9224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50th–80th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257800" y="34015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watchlist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0" y="388620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029200" y="3886200"/>
            <a:ext cx="73152" cy="640080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23" name="Text 20"/>
          <p:cNvSpPr/>
          <p:nvPr/>
        </p:nvSpPr>
        <p:spPr>
          <a:xfrm>
            <a:off x="5257800" y="38862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A02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492240" y="3886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50%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257800" y="41788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recall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weights and thresholds are explicit in config.py — fully auditable, no black box.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 — What the System Reveals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965960" cy="54864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scored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ranked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5176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651760" y="1188720"/>
            <a:ext cx="1965960" cy="54864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44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349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65176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High-priority patients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lacking GP access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188720"/>
            <a:ext cx="1965960" cy="5486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84632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Preventable 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per year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40880" y="1188720"/>
            <a:ext cx="1965960" cy="54864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A02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$85K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04088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annual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savings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Insights from the Demo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361188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Planner: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Outreaching just 50 patients avoids 96 ED visits/yr ($48K savings)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Simulator: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5pp improvement in GP attachment shifts 547 patients to lower-urgency tiers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Now?" module: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patient has structured reasoning — Clinical Need, Access Barrier, System Impact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 by Design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into the system to earn trust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Explicit, auditable scoring weights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Now?" explains every patient flag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as prioritization, not prediction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CIHI area-based linkage approach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ALL Track 2 datasets (community,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times, opioid surveillance)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44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Disclosed Limitations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0" y="182880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Ecological fallacy: area stats ≠ individual truth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validation in this dataset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patient data (Synthea)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FSA→CHSA mapping is approximate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ED reduction is modelled assumption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206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tool that knows what it doesn't know is more trustworthy than one that hides it."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1828800" cy="0"/>
          </a:xfrm>
          <a:prstGeom prst="line">
            <a:avLst/>
          </a:prstGeom>
          <a:noFill/>
          <a:ln w="38100">
            <a:solidFill>
              <a:srgbClr val="E844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care-priority.streamlit.app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github.com/rachel-wenhui-ma/care-priority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8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Rachel Ma  ·  Joel Li  |  Track 2: Population Health &amp; Health Equity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AI-Enabled Care Prioritization System</dc:title>
  <dc:subject>PptxGenJS Presentation</dc:subject>
  <dc:creator>Rachel Ma &amp; Joel Li</dc:creator>
  <cp:lastModifiedBy>Rachel Ma &amp; Joel Li</cp:lastModifiedBy>
  <cp:revision>1</cp:revision>
  <dcterms:created xsi:type="dcterms:W3CDTF">2026-03-28T19:49:49Z</dcterms:created>
  <dcterms:modified xsi:type="dcterms:W3CDTF">2026-03-28T19:49:49Z</dcterms:modified>
</cp:coreProperties>
</file>